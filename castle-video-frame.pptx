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933699" y="1809751"/>
            <a:ext cx="16154400" cy="16154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4476750"/>
            <a:ext cx="3048000" cy="304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29322" y="8286750"/>
            <a:ext cx="4355207" cy="17982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600" spc="63" kern="0" dirty="0">
                <a:solidFill>
                  <a:srgbClr val="F5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castle</a:t>
            </a:r>
            <a:endParaRPr lang="en-US" sz="12600" dirty="0"/>
          </a:p>
        </p:txBody>
      </p:sp>
      <p:sp>
        <p:nvSpPr>
          <p:cNvPr id="5" name="Text 1"/>
          <p:cNvSpPr/>
          <p:nvPr/>
        </p:nvSpPr>
        <p:spPr>
          <a:xfrm>
            <a:off x="2178695" y="10191750"/>
            <a:ext cx="6107498" cy="1043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F5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Sitios web + sistemas digitales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spc="-72" kern="0" dirty="0">
                <a:solidFill>
                  <a:srgbClr val="F5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tu negocio.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3607296" y="16573500"/>
            <a:ext cx="3164580" cy="373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288" kern="0" dirty="0">
                <a:solidFill>
                  <a:srgbClr val="F5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@castle.studio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2026-06-26T05:31:12Z</dcterms:created>
  <dcterms:modified xsi:type="dcterms:W3CDTF">2026-06-26T05:31:12Z</dcterms:modified>
</cp:coreProperties>
</file>